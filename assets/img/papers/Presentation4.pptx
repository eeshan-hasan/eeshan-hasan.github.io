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5B17-B82B-3567-AA7A-3DCE08264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3458B-88F6-E0A0-3412-A224D3FE7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BCBED-73B5-36AB-43E7-B3F0DF8F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203D3-929C-19C8-6D59-D87A14F7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A8E79-48BC-5473-B27F-BA1BD8CA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3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187C-AD21-F5E5-FDA5-1D8579C1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79694-C56F-7C6C-93A3-129E14E4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DC8-E336-E0E9-F489-31261678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A3C6A-179D-E2A6-3D58-04202C0D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E39E6-5C1C-0953-4C4D-93FC0D7B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1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BA7C-0201-6BCE-AFA6-FA7AF879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74BB2-6EF0-1E57-2C1D-49D4277BA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25A8D-EDB1-1DC9-A423-6A479AFE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7E383-16BB-0D59-7BA1-C7BF28CF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F839-5E16-ADFD-BD00-338D6823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9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E8BF-28AA-BA07-EF83-7DE97DF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BE98-516A-70C6-B619-79B330075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6DDD4-C747-0342-FD03-BB3A12F56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36BD9-263D-F280-30CF-67AB7AA7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31A7C-2077-99F1-34DC-88A157F1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B62B6-B6B2-0816-2DA3-0EE9985E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4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379D-7981-1305-0A5E-49099C0D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D38A8-2260-66E4-B6C5-B23C0E66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D6D6C-5A10-40C9-35DF-D980EB348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B409A-BACF-7722-9273-949D5F7F7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D4394-EA19-A6B0-CFC2-E56CB39AE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7B6ECC-5030-6E19-CC66-971D5A89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800A3-4534-1ABD-26E7-EAA27EF8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E4A2F-C278-8018-238B-AB72D22F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6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3F0E-0675-670E-8812-EEC10E33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2D111-7D8F-D8E7-1E91-59D4EB3D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03F3C-65E3-A70C-BE8B-BD0135B2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341AE-4D10-3EAB-4C2C-C6E4BF5C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1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53941-C26A-4E13-9CCC-BDF8BD92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B7942-D165-6A9E-9E8F-3EEC7733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BFCE-D542-E4B8-E0E5-F629A53B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9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5EE6-169A-04CA-24C4-8AB5C24D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356C-919C-07FD-2C99-F6E516CE7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259F7-1679-DAB1-BA33-9B29681DB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5A46C-57E8-2048-1FC4-3FE3F042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E1330-3911-516A-AFAE-91A33008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51851-C5B5-5113-D5FA-68C63723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5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9A97-7559-F978-9884-80D77CB98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CE5C-D242-7A19-039A-28C361941F3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534FC-FAB6-DB56-22F3-0F7BEC9E2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6D479-719D-EF38-36A8-36BC9BAD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54539-AFC2-AAC3-899E-9360B703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4F756-E7E9-A071-2447-66A2318B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2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95D-2DA4-176A-4C68-DA2222AA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C958B-B1E8-EE33-5674-73D1F97CB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869B-D5F6-72A9-C8EF-AB687235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97A57-AC65-44A1-E397-D1E9041D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67FB9-C705-513A-6FF5-46365109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3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CDD21-C80F-BF73-BD37-246663E22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BB3D4-195C-B64B-E236-3405BFEA0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CAEF-152E-A7F9-9E5A-D3618889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E6D0E-9C9E-DDBF-D345-3A5F077A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CC92C-EB1E-A1F7-D737-EBB5D856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3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7DB68-9282-C3EF-924D-AF20E298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01880-6CC0-1FB8-1DE8-A2847E179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E06F-276C-8846-40F1-6ED741495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BAE4D-7DA8-E244-962B-5318DA1C41F2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3792-D2B3-05CF-1AA9-2B9A2A215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2CEDD-590C-DF1E-3F9F-5548CB5F2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2A4D7-6A03-1141-803A-366F1562A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stock.adobe.com/images/pigeon-looks-at-the-camera-interestingly/24218511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s://stock.adobe.com/images/funny-rat-isolated-on-white-background/29883838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ACA089-31A7-8F9B-82F4-A1B242CFF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521" y="877329"/>
            <a:ext cx="4337479" cy="4957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F24C1-74C4-EDC9-B8B3-FA6BAFCD4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95" y="1705232"/>
            <a:ext cx="4583077" cy="3217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65B27-3315-B556-E211-9710D1F0A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267" y="1964724"/>
            <a:ext cx="2773062" cy="27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0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geon looks at the camera interestingly">
            <a:hlinkClick r:id="rId2"/>
            <a:extLst>
              <a:ext uri="{FF2B5EF4-FFF2-40B4-BE49-F238E27FC236}">
                <a16:creationId xmlns:a16="http://schemas.microsoft.com/office/drawing/2014/main" id="{9008FEDA-AD9D-6F01-073F-2DEC65F32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779" y="-226541"/>
            <a:ext cx="9700055" cy="646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Funny rat isolated on white background.">
            <a:hlinkClick r:id="rId4"/>
            <a:extLst>
              <a:ext uri="{FF2B5EF4-FFF2-40B4-BE49-F238E27FC236}">
                <a16:creationId xmlns:a16="http://schemas.microsoft.com/office/drawing/2014/main" id="{EDD0CF55-35BA-CBB2-340F-C22EBED435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5" t="28181" r="-25975" b="-28181"/>
          <a:stretch>
            <a:fillRect/>
          </a:stretch>
        </p:blipFill>
        <p:spPr bwMode="auto">
          <a:xfrm>
            <a:off x="5669280" y="2889009"/>
            <a:ext cx="7132320" cy="474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14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Eeshan</dc:creator>
  <cp:lastModifiedBy>Hasan, Eeshan</cp:lastModifiedBy>
  <cp:revision>2</cp:revision>
  <dcterms:created xsi:type="dcterms:W3CDTF">2026-09-24T16:09:26Z</dcterms:created>
  <dcterms:modified xsi:type="dcterms:W3CDTF">2026-09-24T16:15:26Z</dcterms:modified>
</cp:coreProperties>
</file>